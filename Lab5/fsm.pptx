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E0DA2-DDE0-42E7-375F-EABFD8AD1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FF45F-3482-381B-4421-2AB3E9A57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F7C12-0E03-CDDE-8665-44CEEB0B9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0EB82-4178-1DE7-F962-C71322C8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FF648-6656-0311-42FB-002737337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8259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16FC6-F1A4-4F21-B6E6-6AB21C44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CCB54-85E7-73FD-E293-BAA8A8621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F2569-A7EA-7DF0-00D8-77854C28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0C935-2EF9-0A33-8071-A5088B57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C41EC-7FD0-4BFD-F131-63EE7A93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186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2589-7FE0-FE58-E108-ED7442B0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FBAB0-B375-19B4-D5AE-BFBBA9586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283E0-3997-92AB-5512-210746F5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D62D5-6370-CB02-7B33-0ABEDB12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512A4-A3C2-C9DB-56EE-E6C8274F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982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68C3-0064-F092-4C8B-80A8097D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EB2D4-E69C-CBC5-A9EA-425C7C6FB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E1B68-575A-6090-EB1A-945623DAC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327C2-3106-7460-5816-8D7A609E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194C1-58DC-8451-13A2-C86D0F46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2B2B4-F17E-91D7-221A-85955A13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376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99022-08A6-DA44-B569-FB8F8232C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F03EA-D38C-86CB-9C85-765708C94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18B59-5A38-6D6D-A163-F626EEEEC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C5527-D7BF-0735-0702-B27AC1C3E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A359D-5865-9051-E060-FFC9F8202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15A5B-5066-D441-F7E9-2665CA05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0C54B-8E63-32EA-189F-E805D570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546603-B0B7-DC24-BFFE-9E5CE13D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104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D3B32-1AA8-8CE8-2DB5-47ACC7BAF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904CF-ADE6-E899-42C7-86C7835D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ACE0B-21EA-7D33-8AE7-6D7073B9D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3D17D-0FFF-C6BB-32C6-304C3168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585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4F1D4-5B6E-E5F2-8DF4-25085EE2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9CEF3-3322-EA95-6E38-D24A4D49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251E1-32C0-A4B4-9306-486EABA0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145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E827E-07A4-6F2E-8160-65B6E5F4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5431D-2ECB-D091-ACF2-68A327F9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36247-C277-8CFC-6AF2-2684EC604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AF3D9-5EB9-C175-F80F-627BC066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96E6C-ECB5-9494-3A6D-958BC439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19584-B9FF-A993-AEF5-5970EC89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915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FCAA7-475F-76A1-46B3-4AA244542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54A02B-D4DE-DA3C-22DF-0E86492E2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6606A-6837-61ED-D5C5-B4A75F182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98BDC-C03B-6D3A-5860-131C908A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65F11-E6B3-39BC-E9AE-D13CFC9B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84FAD-1D82-BE0F-A063-5EC0E19E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704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0E70-DD41-C740-4638-202912F8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8C409-6691-D43D-A2CF-FD43E32E3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3C0B5-EFC1-E71E-6C82-ED8ECDF89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D5FF4-BD57-09FA-0179-A4F42990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E1F2A-598D-22F3-7A4C-E0A3539E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558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034B2-01BA-0FF7-FB89-5FDF0F185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FE58D-A2F9-C9A4-2EAB-2AD79EAA4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12750-41CB-94EF-74E9-DB60EA22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6BCF1-4B3B-FCF1-FAB7-E0D77E21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082A1-15BA-0CE1-2CD3-72473A05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11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28649-CFC6-B0D3-E6FE-5E10A441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54CEE-1854-E68F-1F21-EDB51DD76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497C-9D79-D198-D5D9-043061532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05A86-9BFD-4AE1-876B-7E183ED5E03A}" type="datetimeFigureOut">
              <a:rPr lang="vi-VN" smtClean="0"/>
              <a:t>27/11/2025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43EB-B8CA-1021-C080-9450E950B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8D0CA-2E86-D6EB-7BF7-1ED26EB25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2D4B8-E622-421C-A456-37F88E22BB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835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49CDFF2B-15D1-49B1-2640-368919A372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E6FDD5-E277-62E9-17F3-90B0A3D3E409}"/>
              </a:ext>
            </a:extLst>
          </p:cNvPr>
          <p:cNvSpPr/>
          <p:nvPr/>
        </p:nvSpPr>
        <p:spPr>
          <a:xfrm>
            <a:off x="548640" y="379476"/>
            <a:ext cx="1069848" cy="106984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INIT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E6B1CC-7CE7-6488-8E86-5A6644873911}"/>
              </a:ext>
            </a:extLst>
          </p:cNvPr>
          <p:cNvSpPr/>
          <p:nvPr/>
        </p:nvSpPr>
        <p:spPr>
          <a:xfrm>
            <a:off x="5561076" y="379476"/>
            <a:ext cx="1069848" cy="106984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WAIT</a:t>
            </a:r>
          </a:p>
          <a:p>
            <a:pPr algn="ctr"/>
            <a:r>
              <a:rPr lang="en-US" noProof="1">
                <a:latin typeface="Consolas" panose="020B0609020204030204" pitchFamily="49" charset="0"/>
              </a:rPr>
              <a:t>`!`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755090-9D3F-B89A-8DD2-0CA77F690E4C}"/>
              </a:ext>
            </a:extLst>
          </p:cNvPr>
          <p:cNvSpPr/>
          <p:nvPr/>
        </p:nvSpPr>
        <p:spPr>
          <a:xfrm>
            <a:off x="5561076" y="2894076"/>
            <a:ext cx="1069848" cy="10698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READ</a:t>
            </a:r>
          </a:p>
          <a:p>
            <a:pPr algn="ctr"/>
            <a:r>
              <a:rPr lang="en-US" noProof="1">
                <a:latin typeface="Consolas" panose="020B0609020204030204" pitchFamily="49" charset="0"/>
              </a:rPr>
              <a:t>CMD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8009E8-DA7E-47D7-AA27-512C2A4DFFF2}"/>
              </a:ext>
            </a:extLst>
          </p:cNvPr>
          <p:cNvSpPr/>
          <p:nvPr/>
        </p:nvSpPr>
        <p:spPr>
          <a:xfrm>
            <a:off x="3805428" y="4873752"/>
            <a:ext cx="1069848" cy="106984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VALD</a:t>
            </a:r>
          </a:p>
          <a:p>
            <a:pPr algn="ctr"/>
            <a:r>
              <a:rPr lang="en-US" noProof="1">
                <a:latin typeface="Consolas" panose="020B0609020204030204" pitchFamily="49" charset="0"/>
              </a:rPr>
              <a:t>CMD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699776-504B-FCFF-7BFB-6843E551A3B9}"/>
              </a:ext>
            </a:extLst>
          </p:cNvPr>
          <p:cNvSpPr/>
          <p:nvPr/>
        </p:nvSpPr>
        <p:spPr>
          <a:xfrm>
            <a:off x="7316726" y="4873752"/>
            <a:ext cx="1069848" cy="10698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EXE</a:t>
            </a:r>
          </a:p>
          <a:p>
            <a:pPr algn="ctr"/>
            <a:r>
              <a:rPr lang="en-US" noProof="1">
                <a:latin typeface="Consolas" panose="020B0609020204030204" pitchFamily="49" charset="0"/>
              </a:rPr>
              <a:t>CMD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CC8259-965A-F1F4-5BF0-2FAE5EC7ADE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618488" y="914400"/>
            <a:ext cx="3942588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Speech Bubble: Rectangle with Corners Rounded 47">
            <a:extLst>
              <a:ext uri="{FF2B5EF4-FFF2-40B4-BE49-F238E27FC236}">
                <a16:creationId xmlns:a16="http://schemas.microsoft.com/office/drawing/2014/main" id="{931B1F75-7D35-5040-95CC-9CEF4695E519}"/>
              </a:ext>
            </a:extLst>
          </p:cNvPr>
          <p:cNvSpPr/>
          <p:nvPr/>
        </p:nvSpPr>
        <p:spPr>
          <a:xfrm>
            <a:off x="1129578" y="3589022"/>
            <a:ext cx="2368296" cy="2354578"/>
          </a:xfrm>
          <a:prstGeom prst="wedgeRoundRectCallout">
            <a:avLst>
              <a:gd name="adj1" fmla="val 63337"/>
              <a:gd name="adj2" fmla="val 28325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Valid?</a:t>
            </a:r>
          </a:p>
          <a:p>
            <a:pPr algn="ctr"/>
            <a:r>
              <a:rPr lang="en-US" noProof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cmd_ready = 1</a:t>
            </a:r>
          </a:p>
          <a:p>
            <a:pPr algn="ctr"/>
            <a:r>
              <a:rPr lang="en-US" noProof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Invalid?</a:t>
            </a:r>
          </a:p>
          <a:p>
            <a:pPr algn="ctr"/>
            <a:r>
              <a:rPr lang="en-US" noProof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invalid_cmd = 1</a:t>
            </a:r>
          </a:p>
        </p:txBody>
      </p:sp>
      <p:sp>
        <p:nvSpPr>
          <p:cNvPr id="49" name="Speech Bubble: Rectangle with Corners Rounded 48">
            <a:extLst>
              <a:ext uri="{FF2B5EF4-FFF2-40B4-BE49-F238E27FC236}">
                <a16:creationId xmlns:a16="http://schemas.microsoft.com/office/drawing/2014/main" id="{41861A6F-61EF-F147-1F33-8689A77E13F8}"/>
              </a:ext>
            </a:extLst>
          </p:cNvPr>
          <p:cNvSpPr/>
          <p:nvPr/>
        </p:nvSpPr>
        <p:spPr>
          <a:xfrm>
            <a:off x="8694126" y="3591309"/>
            <a:ext cx="2368296" cy="2354578"/>
          </a:xfrm>
          <a:prstGeom prst="wedgeRoundRectCallout">
            <a:avLst>
              <a:gd name="adj1" fmla="val -63304"/>
              <a:gd name="adj2" fmla="val 27937"/>
              <a:gd name="adj3" fmla="val 16667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3">
                    <a:lumMod val="75000"/>
                  </a:schemeClr>
                </a:solidFill>
              </a:rPr>
              <a:t>cmd_ready? </a:t>
            </a:r>
          </a:p>
          <a:p>
            <a:pPr algn="ctr"/>
            <a:r>
              <a:rPr lang="en-US" noProof="1">
                <a:solidFill>
                  <a:schemeClr val="accent3">
                    <a:lumMod val="75000"/>
                  </a:schemeClr>
                </a:solidFill>
              </a:rPr>
              <a:t>Execute</a:t>
            </a:r>
          </a:p>
          <a:p>
            <a:pPr algn="ctr"/>
            <a:r>
              <a:rPr lang="en-US" noProof="1">
                <a:solidFill>
                  <a:schemeClr val="accent3">
                    <a:lumMod val="75000"/>
                  </a:schemeClr>
                </a:solidFill>
              </a:rPr>
              <a:t>invalid_cmd? </a:t>
            </a:r>
          </a:p>
          <a:p>
            <a:pPr algn="ctr"/>
            <a:r>
              <a:rPr lang="en-US" noProof="1">
                <a:solidFill>
                  <a:schemeClr val="accent3">
                    <a:lumMod val="75000"/>
                  </a:schemeClr>
                </a:solidFill>
              </a:rPr>
              <a:t>Set error_flag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45617A8-C5B2-891C-3DCC-59307DBB733D}"/>
              </a:ext>
            </a:extLst>
          </p:cNvPr>
          <p:cNvGrpSpPr/>
          <p:nvPr/>
        </p:nvGrpSpPr>
        <p:grpSpPr>
          <a:xfrm>
            <a:off x="6474248" y="391292"/>
            <a:ext cx="1377402" cy="523108"/>
            <a:chOff x="6474248" y="391292"/>
            <a:chExt cx="1377402" cy="523108"/>
          </a:xfrm>
        </p:grpSpPr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B49FDE4B-1AE7-D131-EC3B-4718ED287337}"/>
                </a:ext>
              </a:extLst>
            </p:cNvPr>
            <p:cNvCxnSpPr>
              <a:cxnSpLocks/>
              <a:stCxn id="5" idx="6"/>
              <a:endCxn id="5" idx="7"/>
            </p:cNvCxnSpPr>
            <p:nvPr/>
          </p:nvCxnSpPr>
          <p:spPr>
            <a:xfrm flipH="1" flipV="1">
              <a:off x="6474248" y="536152"/>
              <a:ext cx="156676" cy="378248"/>
            </a:xfrm>
            <a:prstGeom prst="curvedConnector4">
              <a:avLst>
                <a:gd name="adj1" fmla="val -245122"/>
                <a:gd name="adj2" fmla="val 165596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49BE7AC-EB9A-C223-FAF0-484B3EFD6BA0}"/>
                </a:ext>
              </a:extLst>
            </p:cNvPr>
            <p:cNvSpPr txBox="1"/>
            <p:nvPr/>
          </p:nvSpPr>
          <p:spPr>
            <a:xfrm>
              <a:off x="7033797" y="391292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ENTER</a:t>
              </a:r>
              <a:endParaRPr lang="vi-V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9ECF4B-CEB0-1771-8D24-C7377180EB86}"/>
              </a:ext>
            </a:extLst>
          </p:cNvPr>
          <p:cNvGrpSpPr/>
          <p:nvPr/>
        </p:nvGrpSpPr>
        <p:grpSpPr>
          <a:xfrm>
            <a:off x="5814478" y="1449324"/>
            <a:ext cx="311304" cy="1444752"/>
            <a:chOff x="5814478" y="1449324"/>
            <a:chExt cx="311304" cy="144475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1507AB5-58C5-E1C1-BDE5-94F9D9285B69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6096000" y="1449324"/>
              <a:ext cx="0" cy="1444752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1377AD9-18B6-BEF3-E60C-493967BAAE19}"/>
                </a:ext>
              </a:extLst>
            </p:cNvPr>
            <p:cNvSpPr txBox="1"/>
            <p:nvPr/>
          </p:nvSpPr>
          <p:spPr>
            <a:xfrm>
              <a:off x="5814478" y="198982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!</a:t>
              </a:r>
              <a:endParaRPr lang="vi-V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E59892A-9E20-B9B4-742A-692A11FF5716}"/>
              </a:ext>
            </a:extLst>
          </p:cNvPr>
          <p:cNvGrpSpPr/>
          <p:nvPr/>
        </p:nvGrpSpPr>
        <p:grpSpPr>
          <a:xfrm>
            <a:off x="3365298" y="2732605"/>
            <a:ext cx="2352454" cy="696395"/>
            <a:chOff x="3365298" y="2732605"/>
            <a:chExt cx="2352454" cy="696395"/>
          </a:xfrm>
        </p:grpSpPr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00BCD258-C8F9-9B39-F5BA-78192CABAFA5}"/>
                </a:ext>
              </a:extLst>
            </p:cNvPr>
            <p:cNvCxnSpPr>
              <a:cxnSpLocks/>
              <a:stCxn id="6" idx="1"/>
              <a:endCxn id="6" idx="2"/>
            </p:cNvCxnSpPr>
            <p:nvPr/>
          </p:nvCxnSpPr>
          <p:spPr>
            <a:xfrm rot="16200000" flipH="1" flipV="1">
              <a:off x="5450290" y="3161538"/>
              <a:ext cx="378248" cy="156676"/>
            </a:xfrm>
            <a:prstGeom prst="curvedConnector4">
              <a:avLst>
                <a:gd name="adj1" fmla="val -63179"/>
                <a:gd name="adj2" fmla="val 380140"/>
              </a:avLst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954E297-7EF5-20DC-443A-7E6A5A1438C7}"/>
                </a:ext>
              </a:extLst>
            </p:cNvPr>
            <p:cNvSpPr txBox="1"/>
            <p:nvPr/>
          </p:nvSpPr>
          <p:spPr>
            <a:xfrm>
              <a:off x="3365298" y="2732605"/>
              <a:ext cx="17043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</a:rPr>
                <a:t>!</a:t>
              </a:r>
            </a:p>
            <a:p>
              <a:pPr algn="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</a:rPr>
                <a:t>buffer_reset</a:t>
              </a:r>
              <a:endParaRPr lang="vi-VN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D155CC-D363-26E3-EC90-07F8B66CB452}"/>
              </a:ext>
            </a:extLst>
          </p:cNvPr>
          <p:cNvGrpSpPr/>
          <p:nvPr/>
        </p:nvGrpSpPr>
        <p:grpSpPr>
          <a:xfrm>
            <a:off x="4618250" y="3807248"/>
            <a:ext cx="1099502" cy="1223180"/>
            <a:chOff x="4618250" y="3807248"/>
            <a:chExt cx="1099502" cy="1223180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253DB8D-5253-4C96-55A4-D847C5BAD0F8}"/>
                </a:ext>
              </a:extLst>
            </p:cNvPr>
            <p:cNvCxnSpPr>
              <a:cxnSpLocks/>
              <a:stCxn id="6" idx="3"/>
              <a:endCxn id="7" idx="7"/>
            </p:cNvCxnSpPr>
            <p:nvPr/>
          </p:nvCxnSpPr>
          <p:spPr>
            <a:xfrm flipH="1">
              <a:off x="4718600" y="3807248"/>
              <a:ext cx="999152" cy="1223180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52A3EF0-5438-9551-92AA-21C20D77BB03}"/>
                </a:ext>
              </a:extLst>
            </p:cNvPr>
            <p:cNvSpPr txBox="1"/>
            <p:nvPr/>
          </p:nvSpPr>
          <p:spPr>
            <a:xfrm>
              <a:off x="4618250" y="3954780"/>
              <a:ext cx="5645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</a:rPr>
                <a:t>#</a:t>
              </a:r>
            </a:p>
            <a:p>
              <a:pPr algn="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</a:rPr>
                <a:t>cut</a:t>
              </a:r>
              <a:endParaRPr lang="vi-VN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A45A8D9-2C74-7960-72F5-9808C6CB8292}"/>
              </a:ext>
            </a:extLst>
          </p:cNvPr>
          <p:cNvGrpSpPr/>
          <p:nvPr/>
        </p:nvGrpSpPr>
        <p:grpSpPr>
          <a:xfrm>
            <a:off x="4875276" y="5041631"/>
            <a:ext cx="2441450" cy="369332"/>
            <a:chOff x="4875276" y="5041631"/>
            <a:chExt cx="2441450" cy="369332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9A525B1-F9E0-0F60-15C1-9621C4F0D1BD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4875276" y="5408676"/>
              <a:ext cx="2441450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839DA45-4118-C77C-8384-7F2F64DA6052}"/>
                </a:ext>
              </a:extLst>
            </p:cNvPr>
            <p:cNvSpPr txBox="1"/>
            <p:nvPr/>
          </p:nvSpPr>
          <p:spPr>
            <a:xfrm>
              <a:off x="5685351" y="5041631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</a:rPr>
                <a:t>ENTER</a:t>
              </a:r>
              <a:endParaRPr lang="vi-V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8692D20-DBB8-EFD5-605F-B240DB9713A4}"/>
              </a:ext>
            </a:extLst>
          </p:cNvPr>
          <p:cNvGrpSpPr/>
          <p:nvPr/>
        </p:nvGrpSpPr>
        <p:grpSpPr>
          <a:xfrm>
            <a:off x="5939324" y="3429000"/>
            <a:ext cx="1197765" cy="1209210"/>
            <a:chOff x="5939324" y="3429000"/>
            <a:chExt cx="1197765" cy="1209210"/>
          </a:xfrm>
        </p:grpSpPr>
        <p:cxnSp>
          <p:nvCxnSpPr>
            <p:cNvPr id="66" name="Connector: Curved 65">
              <a:extLst>
                <a:ext uri="{FF2B5EF4-FFF2-40B4-BE49-F238E27FC236}">
                  <a16:creationId xmlns:a16="http://schemas.microsoft.com/office/drawing/2014/main" id="{8A934040-C84D-D7C9-7420-D9EFF5F1FEAE}"/>
                </a:ext>
              </a:extLst>
            </p:cNvPr>
            <p:cNvCxnSpPr>
              <a:cxnSpLocks/>
              <a:stCxn id="6" idx="5"/>
              <a:endCxn id="6" idx="6"/>
            </p:cNvCxnSpPr>
            <p:nvPr/>
          </p:nvCxnSpPr>
          <p:spPr>
            <a:xfrm rot="5400000" flipH="1" flipV="1">
              <a:off x="6363462" y="3539786"/>
              <a:ext cx="378248" cy="156676"/>
            </a:xfrm>
            <a:prstGeom prst="curvedConnector4">
              <a:avLst>
                <a:gd name="adj1" fmla="val -63179"/>
                <a:gd name="adj2" fmla="val 36846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2F54E36-2C56-BDEC-0BC6-CECC539B868D}"/>
                </a:ext>
              </a:extLst>
            </p:cNvPr>
            <p:cNvSpPr txBox="1"/>
            <p:nvPr/>
          </p:nvSpPr>
          <p:spPr>
            <a:xfrm>
              <a:off x="5939324" y="3991879"/>
              <a:ext cx="11977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</a:rPr>
                <a:t>any</a:t>
              </a:r>
            </a:p>
            <a:p>
              <a:pPr algn="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</a:rPr>
                <a:t>buffer++</a:t>
              </a:r>
              <a:endParaRPr lang="vi-VN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942BA9A6-3FD0-A0A7-ACC3-375D7388DC09}"/>
              </a:ext>
            </a:extLst>
          </p:cNvPr>
          <p:cNvCxnSpPr>
            <a:cxnSpLocks/>
            <a:stCxn id="8" idx="0"/>
            <a:endCxn id="5" idx="5"/>
          </p:cNvCxnSpPr>
          <p:nvPr/>
        </p:nvCxnSpPr>
        <p:spPr>
          <a:xfrm rot="16200000" flipV="1">
            <a:off x="5372397" y="2394499"/>
            <a:ext cx="3581104" cy="1377402"/>
          </a:xfrm>
          <a:prstGeom prst="curvedConnector3">
            <a:avLst>
              <a:gd name="adj1" fmla="val 48723"/>
            </a:avLst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71F47ECF-4DAA-EE67-9562-7C3158C6FE36}"/>
              </a:ext>
            </a:extLst>
          </p:cNvPr>
          <p:cNvSpPr txBox="1"/>
          <p:nvPr/>
        </p:nvSpPr>
        <p:spPr>
          <a:xfrm>
            <a:off x="7714488" y="1384083"/>
            <a:ext cx="39837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COMMAND PARSER </a:t>
            </a:r>
          </a:p>
          <a:p>
            <a:pPr algn="ctr"/>
            <a:r>
              <a:rPr lang="en-US" sz="3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FSM</a:t>
            </a:r>
            <a:endParaRPr lang="vi-VN" sz="3600" b="1" dirty="0">
              <a:solidFill>
                <a:schemeClr val="accent5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72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BD3A-FE96-C1BE-21BE-FEB70E0C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A52F6E66-F869-A1EC-D72D-D24BCCB5A2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7624FA-B1BC-DD96-6AD4-58E9BB6453D1}"/>
              </a:ext>
            </a:extLst>
          </p:cNvPr>
          <p:cNvSpPr/>
          <p:nvPr/>
        </p:nvSpPr>
        <p:spPr>
          <a:xfrm>
            <a:off x="548640" y="379476"/>
            <a:ext cx="1069848" cy="106984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INIT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E4FBA6-2EC1-8B52-5B6F-0F9B53192653}"/>
              </a:ext>
            </a:extLst>
          </p:cNvPr>
          <p:cNvSpPr/>
          <p:nvPr/>
        </p:nvSpPr>
        <p:spPr>
          <a:xfrm>
            <a:off x="5561076" y="379476"/>
            <a:ext cx="1069848" cy="106984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WAIT</a:t>
            </a:r>
          </a:p>
          <a:p>
            <a:pPr algn="ctr"/>
            <a:r>
              <a:rPr lang="en-US" noProof="1">
                <a:latin typeface="Consolas" panose="020B0609020204030204" pitchFamily="49" charset="0"/>
              </a:rPr>
              <a:t>CMD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63ECF4-07B3-B3C4-3BFB-CF1F4082FD12}"/>
              </a:ext>
            </a:extLst>
          </p:cNvPr>
          <p:cNvSpPr/>
          <p:nvPr/>
        </p:nvSpPr>
        <p:spPr>
          <a:xfrm>
            <a:off x="3805428" y="2436878"/>
            <a:ext cx="1069848" cy="10698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SEND</a:t>
            </a:r>
          </a:p>
          <a:p>
            <a:pPr algn="ctr"/>
            <a:r>
              <a:rPr lang="en-US" noProof="1"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272D9F-7992-FE13-9920-F3D152F6507C}"/>
              </a:ext>
            </a:extLst>
          </p:cNvPr>
          <p:cNvSpPr/>
          <p:nvPr/>
        </p:nvSpPr>
        <p:spPr>
          <a:xfrm>
            <a:off x="3805428" y="4873752"/>
            <a:ext cx="1069848" cy="106984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WAIT</a:t>
            </a:r>
          </a:p>
          <a:p>
            <a:pPr algn="ctr"/>
            <a:r>
              <a:rPr lang="en-US" noProof="1">
                <a:latin typeface="Consolas" panose="020B0609020204030204" pitchFamily="49" charset="0"/>
              </a:rPr>
              <a:t>OK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4730B1-CD87-2482-9AE4-D022DB349FA9}"/>
              </a:ext>
            </a:extLst>
          </p:cNvPr>
          <p:cNvSpPr/>
          <p:nvPr/>
        </p:nvSpPr>
        <p:spPr>
          <a:xfrm>
            <a:off x="7316726" y="4873752"/>
            <a:ext cx="1069848" cy="106984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EXIT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590BAA-7926-D166-3B63-A7FAEA84B8D4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618488" y="914400"/>
            <a:ext cx="3942588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16883D4-FF5B-868A-6D3B-6CBE38EA9398}"/>
              </a:ext>
            </a:extLst>
          </p:cNvPr>
          <p:cNvGrpSpPr/>
          <p:nvPr/>
        </p:nvGrpSpPr>
        <p:grpSpPr>
          <a:xfrm>
            <a:off x="6474248" y="391292"/>
            <a:ext cx="3910146" cy="523108"/>
            <a:chOff x="6474248" y="391292"/>
            <a:chExt cx="3910146" cy="523108"/>
          </a:xfrm>
        </p:grpSpPr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78E153D7-9A32-5361-C7A5-D7857DEDA3E9}"/>
                </a:ext>
              </a:extLst>
            </p:cNvPr>
            <p:cNvCxnSpPr>
              <a:cxnSpLocks/>
              <a:stCxn id="5" idx="6"/>
              <a:endCxn id="5" idx="7"/>
            </p:cNvCxnSpPr>
            <p:nvPr/>
          </p:nvCxnSpPr>
          <p:spPr>
            <a:xfrm flipH="1" flipV="1">
              <a:off x="6474248" y="536152"/>
              <a:ext cx="156676" cy="378248"/>
            </a:xfrm>
            <a:prstGeom prst="curvedConnector4">
              <a:avLst>
                <a:gd name="adj1" fmla="val -245122"/>
                <a:gd name="adj2" fmla="val 165596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AF5DDB3-9F20-3FB6-60C0-66CD293A66D0}"/>
                </a:ext>
              </a:extLst>
            </p:cNvPr>
            <p:cNvSpPr txBox="1"/>
            <p:nvPr/>
          </p:nvSpPr>
          <p:spPr>
            <a:xfrm>
              <a:off x="7033797" y="391292"/>
              <a:ext cx="3350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invalid_cmd || !cmd_ready</a:t>
              </a:r>
              <a:endParaRPr lang="vi-V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C94CB22-1203-8A72-0269-DCD6490F46F7}"/>
              </a:ext>
            </a:extLst>
          </p:cNvPr>
          <p:cNvGrpSpPr/>
          <p:nvPr/>
        </p:nvGrpSpPr>
        <p:grpSpPr>
          <a:xfrm>
            <a:off x="3936053" y="1292648"/>
            <a:ext cx="1781699" cy="1144230"/>
            <a:chOff x="3936053" y="1292648"/>
            <a:chExt cx="1781699" cy="114423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BD08C7A-4D75-A9CA-F61B-719EADE7410D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4340352" y="1292648"/>
              <a:ext cx="1377400" cy="114423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86AA8D6-6DEC-2E79-D5BC-892B2177E644}"/>
                </a:ext>
              </a:extLst>
            </p:cNvPr>
            <p:cNvSpPr txBox="1"/>
            <p:nvPr/>
          </p:nvSpPr>
          <p:spPr>
            <a:xfrm>
              <a:off x="3936053" y="1458241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cmd==RST</a:t>
              </a:r>
              <a:endParaRPr lang="vi-V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A643CFE-56C9-95BD-02A1-B8017B18409E}"/>
              </a:ext>
            </a:extLst>
          </p:cNvPr>
          <p:cNvGrpSpPr/>
          <p:nvPr/>
        </p:nvGrpSpPr>
        <p:grpSpPr>
          <a:xfrm>
            <a:off x="4340352" y="3506726"/>
            <a:ext cx="750896" cy="1367026"/>
            <a:chOff x="4340352" y="3506726"/>
            <a:chExt cx="750896" cy="1367026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CCFEB34-251C-2354-7670-4DA69A221F66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4340352" y="3506726"/>
              <a:ext cx="0" cy="1367026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382F5B-FEC4-0B26-E066-95E20C30668B}"/>
                </a:ext>
              </a:extLst>
            </p:cNvPr>
            <p:cNvSpPr txBox="1"/>
            <p:nvPr/>
          </p:nvSpPr>
          <p:spPr>
            <a:xfrm>
              <a:off x="4400033" y="3702672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</a:rPr>
                <a:t>sent</a:t>
              </a:r>
              <a:endParaRPr lang="vi-VN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AF20EE-0A54-4919-15FB-5AC352000508}"/>
              </a:ext>
            </a:extLst>
          </p:cNvPr>
          <p:cNvGrpSpPr/>
          <p:nvPr/>
        </p:nvGrpSpPr>
        <p:grpSpPr>
          <a:xfrm>
            <a:off x="4875276" y="5380686"/>
            <a:ext cx="2441450" cy="369332"/>
            <a:chOff x="4875276" y="5380686"/>
            <a:chExt cx="2441450" cy="369332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76C66BC-C44E-13F4-FC1A-CC7EC2C5DEC4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875276" y="5408676"/>
              <a:ext cx="2441450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518CBF3-B006-97AA-64A6-03456D419A77}"/>
                </a:ext>
              </a:extLst>
            </p:cNvPr>
            <p:cNvSpPr txBox="1"/>
            <p:nvPr/>
          </p:nvSpPr>
          <p:spPr>
            <a:xfrm>
              <a:off x="5685350" y="5380686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</a:rPr>
                <a:t>cmd==OK</a:t>
              </a:r>
              <a:endParaRPr lang="vi-V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A671939C-8F6B-5041-105F-8529FFEAD10C}"/>
              </a:ext>
            </a:extLst>
          </p:cNvPr>
          <p:cNvSpPr txBox="1"/>
          <p:nvPr/>
        </p:nvSpPr>
        <p:spPr>
          <a:xfrm>
            <a:off x="7267712" y="1668308"/>
            <a:ext cx="47436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UART COMMUNICATION</a:t>
            </a:r>
          </a:p>
          <a:p>
            <a:pPr algn="ctr"/>
            <a:r>
              <a:rPr lang="en-US" sz="3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FSM</a:t>
            </a:r>
            <a:endParaRPr lang="vi-VN" sz="3600" b="1" dirty="0">
              <a:solidFill>
                <a:schemeClr val="accent5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C81782E-3495-35A4-E1A4-2772EC42F5D9}"/>
              </a:ext>
            </a:extLst>
          </p:cNvPr>
          <p:cNvSpPr/>
          <p:nvPr/>
        </p:nvSpPr>
        <p:spPr>
          <a:xfrm>
            <a:off x="1959621" y="3897444"/>
            <a:ext cx="1069848" cy="106984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latin typeface="Consolas" panose="020B0609020204030204" pitchFamily="49" charset="0"/>
              </a:rPr>
              <a:t>RE-</a:t>
            </a:r>
          </a:p>
          <a:p>
            <a:pPr algn="ctr"/>
            <a:r>
              <a:rPr lang="en-US" noProof="1">
                <a:latin typeface="Consolas" panose="020B0609020204030204" pitchFamily="49" charset="0"/>
              </a:rPr>
              <a:t>SEND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19A9961-D2C0-A7C4-2B21-D8D223989158}"/>
              </a:ext>
            </a:extLst>
          </p:cNvPr>
          <p:cNvGrpSpPr/>
          <p:nvPr/>
        </p:nvGrpSpPr>
        <p:grpSpPr>
          <a:xfrm>
            <a:off x="2464298" y="4810616"/>
            <a:ext cx="1341130" cy="765981"/>
            <a:chOff x="2438973" y="5286418"/>
            <a:chExt cx="1341130" cy="765981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310DEB7-4CF7-4109-8EB5-B138C20AD8EF}"/>
                </a:ext>
              </a:extLst>
            </p:cNvPr>
            <p:cNvCxnSpPr>
              <a:cxnSpLocks/>
              <a:stCxn id="7" idx="2"/>
              <a:endCxn id="32" idx="5"/>
            </p:cNvCxnSpPr>
            <p:nvPr/>
          </p:nvCxnSpPr>
          <p:spPr>
            <a:xfrm flipH="1" flipV="1">
              <a:off x="2847468" y="5286418"/>
              <a:ext cx="932635" cy="59806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F051F4-8DF4-05AA-2EF1-83C84DF6ADDF}"/>
                </a:ext>
              </a:extLst>
            </p:cNvPr>
            <p:cNvSpPr txBox="1"/>
            <p:nvPr/>
          </p:nvSpPr>
          <p:spPr>
            <a:xfrm>
              <a:off x="2438973" y="5683067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</a:rPr>
                <a:t>timeout</a:t>
              </a:r>
              <a:endParaRPr lang="vi-V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39E412B-53D8-B637-6ED0-1D76B63C86C2}"/>
              </a:ext>
            </a:extLst>
          </p:cNvPr>
          <p:cNvGrpSpPr/>
          <p:nvPr/>
        </p:nvGrpSpPr>
        <p:grpSpPr>
          <a:xfrm>
            <a:off x="3029469" y="4159284"/>
            <a:ext cx="932635" cy="871144"/>
            <a:chOff x="3029469" y="4159284"/>
            <a:chExt cx="932635" cy="871144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627EE9A-9837-020A-B1CD-18A786E84CB8}"/>
                </a:ext>
              </a:extLst>
            </p:cNvPr>
            <p:cNvCxnSpPr>
              <a:cxnSpLocks/>
              <a:stCxn id="32" idx="6"/>
              <a:endCxn id="7" idx="1"/>
            </p:cNvCxnSpPr>
            <p:nvPr/>
          </p:nvCxnSpPr>
          <p:spPr>
            <a:xfrm>
              <a:off x="3029469" y="4432368"/>
              <a:ext cx="932635" cy="59806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EC13D5D-4B3D-C8C9-48AC-2EB7E78C5D17}"/>
                </a:ext>
              </a:extLst>
            </p:cNvPr>
            <p:cNvSpPr txBox="1"/>
            <p:nvPr/>
          </p:nvSpPr>
          <p:spPr>
            <a:xfrm>
              <a:off x="3114213" y="41592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  <a:latin typeface="Consolas" panose="020B0609020204030204" pitchFamily="49" charset="0"/>
                </a:rPr>
                <a:t>sent</a:t>
              </a:r>
              <a:endParaRPr lang="vi-VN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94F7DB5-3D5B-8BDD-49D0-BAD73DEC23CC}"/>
              </a:ext>
            </a:extLst>
          </p:cNvPr>
          <p:cNvCxnSpPr>
            <a:stCxn id="8" idx="0"/>
            <a:endCxn id="5" idx="5"/>
          </p:cNvCxnSpPr>
          <p:nvPr/>
        </p:nvCxnSpPr>
        <p:spPr>
          <a:xfrm flipH="1" flipV="1">
            <a:off x="6474248" y="1292648"/>
            <a:ext cx="1377402" cy="3581104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8F2CFC7-C6CE-485C-1C1D-AAD310F81DCD}"/>
              </a:ext>
            </a:extLst>
          </p:cNvPr>
          <p:cNvGrpSpPr/>
          <p:nvPr/>
        </p:nvGrpSpPr>
        <p:grpSpPr>
          <a:xfrm>
            <a:off x="4875276" y="2971802"/>
            <a:ext cx="2501177" cy="2436874"/>
            <a:chOff x="4875276" y="2971802"/>
            <a:chExt cx="2501177" cy="2436874"/>
          </a:xfrm>
        </p:grpSpPr>
        <p:cxnSp>
          <p:nvCxnSpPr>
            <p:cNvPr id="77" name="Connector: Curved 76">
              <a:extLst>
                <a:ext uri="{FF2B5EF4-FFF2-40B4-BE49-F238E27FC236}">
                  <a16:creationId xmlns:a16="http://schemas.microsoft.com/office/drawing/2014/main" id="{672EB776-8ABB-B5C1-50EE-C374590B7D57}"/>
                </a:ext>
              </a:extLst>
            </p:cNvPr>
            <p:cNvCxnSpPr>
              <a:cxnSpLocks/>
              <a:stCxn id="7" idx="6"/>
              <a:endCxn id="6" idx="6"/>
            </p:cNvCxnSpPr>
            <p:nvPr/>
          </p:nvCxnSpPr>
          <p:spPr>
            <a:xfrm flipV="1">
              <a:off x="4875276" y="2971802"/>
              <a:ext cx="12700" cy="2436874"/>
            </a:xfrm>
            <a:prstGeom prst="curvedConnector3">
              <a:avLst>
                <a:gd name="adj1" fmla="val 9890724"/>
              </a:avLst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C10FFD4-9237-3B99-E4B2-10F822C314CB}"/>
                </a:ext>
              </a:extLst>
            </p:cNvPr>
            <p:cNvSpPr txBox="1"/>
            <p:nvPr/>
          </p:nvSpPr>
          <p:spPr>
            <a:xfrm>
              <a:off x="6178689" y="3974618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</a:rPr>
                <a:t>cmd==RST</a:t>
              </a:r>
              <a:endParaRPr lang="vi-V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1F61407-68E9-606B-B360-C0A3B5048CDB}"/>
              </a:ext>
            </a:extLst>
          </p:cNvPr>
          <p:cNvGrpSpPr/>
          <p:nvPr/>
        </p:nvGrpSpPr>
        <p:grpSpPr>
          <a:xfrm>
            <a:off x="3968454" y="5780574"/>
            <a:ext cx="3722495" cy="816724"/>
            <a:chOff x="5414992" y="74490"/>
            <a:chExt cx="3722495" cy="816724"/>
          </a:xfrm>
        </p:grpSpPr>
        <p:cxnSp>
          <p:nvCxnSpPr>
            <p:cNvPr id="91" name="Connector: Curved 90">
              <a:extLst>
                <a:ext uri="{FF2B5EF4-FFF2-40B4-BE49-F238E27FC236}">
                  <a16:creationId xmlns:a16="http://schemas.microsoft.com/office/drawing/2014/main" id="{36DDFE1F-125F-EB6E-AC69-50DEAD3BC106}"/>
                </a:ext>
              </a:extLst>
            </p:cNvPr>
            <p:cNvCxnSpPr>
              <a:cxnSpLocks/>
              <a:stCxn id="7" idx="3"/>
              <a:endCxn id="7" idx="5"/>
            </p:cNvCxnSpPr>
            <p:nvPr/>
          </p:nvCxnSpPr>
          <p:spPr>
            <a:xfrm rot="16200000" flipH="1">
              <a:off x="5786890" y="-297408"/>
              <a:ext cx="12700" cy="756496"/>
            </a:xfrm>
            <a:prstGeom prst="curvedConnector3">
              <a:avLst>
                <a:gd name="adj1" fmla="val 3969669"/>
              </a:avLst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3F62DEA-DA50-FC7F-4232-2D72FFAB6879}"/>
                </a:ext>
              </a:extLst>
            </p:cNvPr>
            <p:cNvSpPr txBox="1"/>
            <p:nvPr/>
          </p:nvSpPr>
          <p:spPr>
            <a:xfrm>
              <a:off x="5786890" y="521882"/>
              <a:ext cx="3350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</a:rPr>
                <a:t>invalid_cmd || !cmd_ready</a:t>
              </a:r>
              <a:endParaRPr lang="vi-V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19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252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92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Hưng Thịnh Nguyễn</dc:creator>
  <cp:lastModifiedBy>Hưng Thịnh Nguyễn</cp:lastModifiedBy>
  <cp:revision>4</cp:revision>
  <dcterms:created xsi:type="dcterms:W3CDTF">2025-11-27T02:16:51Z</dcterms:created>
  <dcterms:modified xsi:type="dcterms:W3CDTF">2025-11-27T03:41:13Z</dcterms:modified>
</cp:coreProperties>
</file>